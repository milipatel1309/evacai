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solidFill>
            <a:srgbClr val="C0392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3200400"/>
            <a:ext cx="1097280" cy="1097280"/>
          </a:xfrm>
          <a:prstGeom prst="ellipse">
            <a:avLst/>
          </a:prstGeom>
          <a:solidFill>
            <a:srgbClr val="E67E22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EvacAI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Disaster Preparedness &amp; Emergency Response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2004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intelligence. AI-generated plans. Lives protected.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Shah  •  Mili Patel  •  Parth Patel  •  Heni Patel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42062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LIVE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Disaster Strikes, People Are Left Unprepared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265176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Americans have NO emergency plan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691640"/>
            <a:ext cx="265176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2240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72hrs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0040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response lag in major disasters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6916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691640"/>
            <a:ext cx="265176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35040" y="2240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1000s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35040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lives lost due to delayed evacuation decisions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Gaps in Disaster Response Today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" y="3886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Fragmented information — weather, alerts, and resources live in separate apps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160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personalized evacuation guidance based on your location and situation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4348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Generic government alerts with no actionable AI-driven plans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single tool that integrates risk analysis with real-time emergency response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EvacAI — One Platform. Full Emergency Intelligence.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AI platform that combines real-time data, geolocation, and IBM watsonx AI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deliver personalized, actionable emergency plans — instantly.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377440"/>
            <a:ext cx="2651760" cy="1143000"/>
          </a:xfrm>
          <a:prstGeom prst="rect">
            <a:avLst/>
          </a:prstGeom>
          <a:solidFill>
            <a:srgbClr val="16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377440"/>
            <a:ext cx="64008" cy="11430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🌦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487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Weather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92608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conditions via Open-Meteo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2377440"/>
            <a:ext cx="2651760" cy="1143000"/>
          </a:xfrm>
          <a:prstGeom prst="rect">
            <a:avLst/>
          </a:prstGeom>
          <a:solidFill>
            <a:srgbClr val="16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2377440"/>
            <a:ext cx="64008" cy="11430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03320" y="2487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 Detection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292608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NWS &amp; Canada ECCC live alerts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2377440"/>
            <a:ext cx="2651760" cy="1143000"/>
          </a:xfrm>
          <a:prstGeom prst="rect">
            <a:avLst/>
          </a:prstGeom>
          <a:solidFill>
            <a:srgbClr val="16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2377440"/>
            <a:ext cx="64008" cy="11430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24871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37960" y="2487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Action Plans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80760" y="292608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Granite model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03320"/>
            <a:ext cx="2651760" cy="1143000"/>
          </a:xfrm>
          <a:prstGeom prst="rect">
            <a:avLst/>
          </a:prstGeom>
          <a:solidFill>
            <a:srgbClr val="16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703320"/>
            <a:ext cx="64008" cy="11430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8130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68680" y="38130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Geolocation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425196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+ Google Maps APIs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54680" y="3703320"/>
            <a:ext cx="2651760" cy="1143000"/>
          </a:xfrm>
          <a:prstGeom prst="rect">
            <a:avLst/>
          </a:prstGeom>
          <a:solidFill>
            <a:srgbClr val="16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3703320"/>
            <a:ext cx="64008" cy="11430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8" name="Text 26"/>
          <p:cNvSpPr/>
          <p:nvPr/>
        </p:nvSpPr>
        <p:spPr>
          <a:xfrm>
            <a:off x="3246120" y="38130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703320" y="38130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Risk Analysis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46120" y="425196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disaster severity models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89320" y="3703320"/>
            <a:ext cx="2651760" cy="1143000"/>
          </a:xfrm>
          <a:prstGeom prst="rect">
            <a:avLst/>
          </a:prstGeom>
          <a:solidFill>
            <a:srgbClr val="16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89320" y="3703320"/>
            <a:ext cx="64008" cy="11430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3" name="Text 31"/>
          <p:cNvSpPr/>
          <p:nvPr/>
        </p:nvSpPr>
        <p:spPr>
          <a:xfrm>
            <a:off x="6080760" y="38130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37960" y="38130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Native iOS App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80760" y="425196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mobile interface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4688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468880" cy="43891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External Data Sources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965960"/>
            <a:ext cx="109728" cy="10972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NWS Alerts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404872"/>
            <a:ext cx="109728" cy="10972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5915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Weather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843784"/>
            <a:ext cx="109728" cy="10972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9806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/ Google Maps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282696"/>
            <a:ext cx="109728" cy="10972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23697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watsonx.ai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371600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371600"/>
            <a:ext cx="2743200" cy="43891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13716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FastAPI Backend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1965960"/>
            <a:ext cx="109728" cy="109728"/>
          </a:xfrm>
          <a:prstGeom prst="ellipse">
            <a:avLst/>
          </a:prstGeom>
          <a:solidFill>
            <a:srgbClr val="0D1F3C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1920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weather.py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2404872"/>
            <a:ext cx="109728" cy="109728"/>
          </a:xfrm>
          <a:prstGeom prst="ellipse">
            <a:avLst/>
          </a:prstGeom>
          <a:solidFill>
            <a:srgbClr val="0D1F3C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23591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nws.py / canada_alerts.py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2843784"/>
            <a:ext cx="109728" cy="109728"/>
          </a:xfrm>
          <a:prstGeom prst="ellipse">
            <a:avLst/>
          </a:prstGeom>
          <a:solidFill>
            <a:srgbClr val="0D1F3C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27980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ml_risk.py (sklearn)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3282696"/>
            <a:ext cx="109728" cy="109728"/>
          </a:xfrm>
          <a:prstGeom prst="ellipse">
            <a:avLst/>
          </a:prstGeom>
          <a:solidFill>
            <a:srgbClr val="0D1F3C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32369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 / resources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3721608"/>
            <a:ext cx="109728" cy="109728"/>
          </a:xfrm>
          <a:prstGeom prst="ellipse">
            <a:avLst/>
          </a:prstGeom>
          <a:solidFill>
            <a:srgbClr val="0D1F3C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36758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ibm_watsonx.py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4160520"/>
            <a:ext cx="109728" cy="109728"/>
          </a:xfrm>
          <a:prstGeom prst="ellipse">
            <a:avLst/>
          </a:prstGeom>
          <a:solidFill>
            <a:srgbClr val="0D1F3C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4114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ibm_cos.py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1371600"/>
            <a:ext cx="23774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92240" y="1371600"/>
            <a:ext cx="2377440" cy="43891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13716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 Interfaces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29400" y="1965960"/>
            <a:ext cx="109728" cy="109728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35" name="Text 33"/>
          <p:cNvSpPr/>
          <p:nvPr/>
        </p:nvSpPr>
        <p:spPr>
          <a:xfrm>
            <a:off x="6812280" y="19202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(HTML/CSS/JS)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29400" y="2404872"/>
            <a:ext cx="109728" cy="109728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37" name="Text 35"/>
          <p:cNvSpPr/>
          <p:nvPr/>
        </p:nvSpPr>
        <p:spPr>
          <a:xfrm>
            <a:off x="6812280" y="23591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(SwiftUI)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29400" y="2843784"/>
            <a:ext cx="109728" cy="109728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39" name="Text 37"/>
          <p:cNvSpPr/>
          <p:nvPr/>
        </p:nvSpPr>
        <p:spPr>
          <a:xfrm>
            <a:off x="6812280" y="27980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consumers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0" y="3063240"/>
            <a:ext cx="457200" cy="0"/>
          </a:xfrm>
          <a:prstGeom prst="line">
            <a:avLst/>
          </a:prstGeom>
          <a:noFill/>
          <a:ln w="31750">
            <a:solidFill>
              <a:srgbClr val="E67E2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063240"/>
            <a:ext cx="548640" cy="0"/>
          </a:xfrm>
          <a:prstGeom prst="line">
            <a:avLst/>
          </a:prstGeom>
          <a:noFill/>
          <a:ln w="31750">
            <a:solidFill>
              <a:srgbClr val="E67E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0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7E22"/>
                </a:solidFill>
              </a:rPr>
              <a:t>→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943600" y="2880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7E22"/>
                </a:solidFill>
              </a:rPr>
              <a:t>→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47091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Deployed on Render Cloud (Docker + Gunicorn) | Also available on IBM Cloud Code Engine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EvacAI Delivers End-to-End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73152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47218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Alert Detection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76479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live alerts from National Weather Service (NWS) and Environment Canada (ECCC). Supports floods, hurricanes, wildfires, tornadoes, heat and snow emergencies.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85039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86000"/>
            <a:ext cx="73152" cy="74980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860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3408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AI-Generated Action Plans (IBM watsonx)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63347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location + active alerts + weather + risk score feed into IBM Granite 3-8B instruct model, which outputs personalized evacuation guidance, safety steps, and disaster-specific survival instructions.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154680"/>
            <a:ext cx="85039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54680"/>
            <a:ext cx="73152" cy="7498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546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20954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Risk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50215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scikit-learn model estimates disaster severity based on environmental conditions. Drives risk scores shown in both web and iOS interfaces.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023360"/>
            <a:ext cx="85039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023360"/>
            <a:ext cx="73152" cy="7498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233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40782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Nearby Emergency Resources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37083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shelters, hospitals, clinics, food banks within user-defined radius using Mapbox Search Box API or Google Places — with automatic fallback to OpenStreetMap Overpass API.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ACTION PLAN 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EvacAI Generates Your Emergency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" y="1508760"/>
            <a:ext cx="1005840" cy="10058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508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inputs location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or GPS coords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783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7E22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50592" y="1508760"/>
            <a:ext cx="1005840" cy="10058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1508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21408" y="2651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data gathered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21408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weather + resources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75888" y="1783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7E22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114800" y="1508760"/>
            <a:ext cx="1005840" cy="10058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1508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85616" y="2651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risk scored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85616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severity model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40096" y="1783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7E22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779008" y="1508760"/>
            <a:ext cx="1005840" cy="1005840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21" name="Text 19"/>
          <p:cNvSpPr/>
          <p:nvPr/>
        </p:nvSpPr>
        <p:spPr>
          <a:xfrm>
            <a:off x="5779008" y="1508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49824" y="2651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watsonx prompted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9824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3-8B-Instruct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04304" y="1783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7E22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443216" y="1508760"/>
            <a:ext cx="1005840" cy="1005840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43216" y="1508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114032" y="2651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delivered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14032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Evacuation + safety steps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8229600" cy="12344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566160"/>
            <a:ext cx="8229600" cy="4572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630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Sample Plan Output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39319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"Based on the Category 2 hurricane alert for your area, immediately gather emergency supplies (72hr kit), move to a shelter located 2.4 miles away at Riverside Community Center, and avoid low-lying roads on I-95 South. Stay tuned to NOAA Weather Radio for updates."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 Modern, Production-Grade Technologies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011680" cy="4572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🐍 Backend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3957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82549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/ Gunicorn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25526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(ML)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6850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41148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Cloud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50592" y="141732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1417320"/>
            <a:ext cx="201168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2450592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AI / Data APIs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42032" y="19659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watsonx.ai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42032" y="23957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3-8B-Instruct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42032" y="282549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 Object Storage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42032" y="325526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NWS Weather API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42032" y="36850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42032" y="41148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Canada (ECCC)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26864" y="141732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1417320"/>
            <a:ext cx="201168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5" name="Text 23"/>
          <p:cNvSpPr/>
          <p:nvPr/>
        </p:nvSpPr>
        <p:spPr>
          <a:xfrm>
            <a:off x="4626864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🗺 Geo Services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18304" y="19659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Search Box API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18304" y="23957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Geocoding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18304" y="282549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Geocoding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18304" y="325526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API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18304" y="36850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(OSM)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18304" y="41148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API (OSM)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03136" y="1417320"/>
            <a:ext cx="20116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03136" y="1417320"/>
            <a:ext cx="2011680" cy="4572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4" name="Text 32"/>
          <p:cNvSpPr/>
          <p:nvPr/>
        </p:nvSpPr>
        <p:spPr>
          <a:xfrm>
            <a:off x="6803136" y="1417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Frontend / Mobile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94576" y="19659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/ SwiftUI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94576" y="23957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94576" y="282549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94576" y="325526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(JSON)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94576" y="36850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Codex-assisted dev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94576" y="41148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algn="l" indent="0" marL="0">
              <a:buNone/>
            </a:pPr>
            <a:r>
              <a:rPr lang="en-US" sz="105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 &amp; API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Deployed &amp; Running in Production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548640"/>
          </a:xfrm>
          <a:prstGeom prst="rect">
            <a:avLst/>
          </a:prstGeom>
          <a:solidFill>
            <a:srgbClr val="0D1F3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evac-ai.onrender.com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0848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 API Endpoints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347472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514600"/>
            <a:ext cx="548640" cy="3474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5146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87552" y="2514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/api/alerts/us?lat=..&amp;lon=..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2514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NWS emergency alerts by location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926080"/>
            <a:ext cx="548640" cy="3474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260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87552" y="2926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/api/weather?lat=..&amp;lon=..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926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weather conditions (Open-Meteo)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8412480" cy="347472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3337560"/>
            <a:ext cx="548640" cy="3474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3375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87552" y="3337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/api/resources?lat=..&amp;lon=..&amp;types=shelter,hospital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3337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emergency resources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3749040"/>
            <a:ext cx="548640" cy="3474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7490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7552" y="3749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/api/geocode?q=New+York,+NY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749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to coordinates geocoding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8412480" cy="347472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4160520"/>
            <a:ext cx="548640" cy="3474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1605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87552" y="4160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/api/plan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4160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AI evacuation plan (IBM watsonx)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" y="4572000"/>
            <a:ext cx="548640" cy="3474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5720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87552" y="4572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/api/ibm/status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4572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IBM watsonx configuration health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&amp;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Impact Delivered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128016" cy="128016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30759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emergency platform, live in production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73936"/>
            <a:ext cx="128016" cy="128016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2821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NWS + ECCC alert integration covering US &amp; Canada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128016" cy="128016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4884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AI generating personalized evacuation plans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15184"/>
            <a:ext cx="128016" cy="128016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6946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risk scoring with scikit-learn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35808"/>
            <a:ext cx="128016" cy="128016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99008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app built with SwiftUI + Codex-assisted dev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56432"/>
            <a:ext cx="128016" cy="128016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41071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+ Google Maps + OSM geospatial resource search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77056"/>
            <a:ext cx="128016" cy="128016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83133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Cloud-deployed via Docker on Render &amp; IBM Code Engine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822960"/>
            <a:ext cx="0" cy="3977640"/>
          </a:xfrm>
          <a:prstGeom prst="line">
            <a:avLst/>
          </a:prstGeom>
          <a:noFill/>
          <a:ln w="19050">
            <a:solidFill>
              <a:srgbClr val="E8ED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Future Roadmap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1298448"/>
            <a:ext cx="4023360" cy="347472"/>
          </a:xfrm>
          <a:prstGeom prst="roundRect">
            <a:avLst>
              <a:gd name="adj" fmla="val 13158"/>
            </a:avLst>
          </a:prstGeom>
          <a:solidFill>
            <a:srgbClr val="E8EDF5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1298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 </a:t>
            </a:r>
            <a:pPr algn="l" indent="0" marL="0">
              <a:buNone/>
            </a:pPr>
            <a:r>
              <a:rPr lang="en-US" sz="10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Live alert delivery to phones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1719072"/>
            <a:ext cx="4023360" cy="347472"/>
          </a:xfrm>
          <a:prstGeom prst="roundRect">
            <a:avLst>
              <a:gd name="adj" fmla="val 13158"/>
            </a:avLst>
          </a:prstGeom>
          <a:solidFill>
            <a:srgbClr val="E8EDF5"/>
          </a:solidFill>
          <a:ln/>
        </p:spPr>
      </p:sp>
      <p:sp>
        <p:nvSpPr>
          <p:cNvPr id="24" name="Text 22"/>
          <p:cNvSpPr/>
          <p:nvPr/>
        </p:nvSpPr>
        <p:spPr>
          <a:xfrm>
            <a:off x="4864608" y="17190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Evacuation Tracking  </a:t>
            </a:r>
            <a:pPr algn="l" indent="0" marL="0">
              <a:buNone/>
            </a:pPr>
            <a:r>
              <a:rPr lang="en-US" sz="10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Live route navigation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139696"/>
            <a:ext cx="4023360" cy="347472"/>
          </a:xfrm>
          <a:prstGeom prst="roundRect">
            <a:avLst>
              <a:gd name="adj" fmla="val 13158"/>
            </a:avLst>
          </a:prstGeom>
          <a:solidFill>
            <a:srgbClr val="E8EDF5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2139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Assistant  </a:t>
            </a:r>
            <a:pPr algn="l" indent="0" marL="0">
              <a:buNone/>
            </a:pPr>
            <a:r>
              <a:rPr lang="en-US" sz="10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Hands-free emergency guidance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560320"/>
            <a:ext cx="4023360" cy="347472"/>
          </a:xfrm>
          <a:prstGeom prst="roundRect">
            <a:avLst>
              <a:gd name="adj" fmla="val 13158"/>
            </a:avLst>
          </a:prstGeom>
          <a:solidFill>
            <a:srgbClr val="E8EDF5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2560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 </a:t>
            </a:r>
            <a:pPr algn="l" indent="0" marL="0">
              <a:buNone/>
            </a:pPr>
            <a:r>
              <a:rPr lang="en-US" sz="10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Works without internet in disasters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980944"/>
            <a:ext cx="4023360" cy="347472"/>
          </a:xfrm>
          <a:prstGeom prst="roundRect">
            <a:avLst>
              <a:gd name="adj" fmla="val 13158"/>
            </a:avLst>
          </a:prstGeom>
          <a:solidFill>
            <a:srgbClr val="E8EDF5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29809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ML Models  </a:t>
            </a:r>
            <a:pPr algn="l" indent="0" marL="0">
              <a:buNone/>
            </a:pPr>
            <a:r>
              <a:rPr lang="en-US" sz="10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Multi-region disaster prediction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401568"/>
            <a:ext cx="4023360" cy="347472"/>
          </a:xfrm>
          <a:prstGeom prst="roundRect">
            <a:avLst>
              <a:gd name="adj" fmla="val 13158"/>
            </a:avLst>
          </a:prstGeom>
          <a:solidFill>
            <a:srgbClr val="E8EDF5"/>
          </a:solidFill>
          <a:ln/>
        </p:spPr>
      </p:sp>
      <p:sp>
        <p:nvSpPr>
          <p:cNvPr id="32" name="Text 30"/>
          <p:cNvSpPr/>
          <p:nvPr/>
        </p:nvSpPr>
        <p:spPr>
          <a:xfrm>
            <a:off x="4864608" y="3401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 Support  </a:t>
            </a:r>
            <a:pPr algn="l" indent="0" marL="0">
              <a:buNone/>
            </a:pPr>
            <a:r>
              <a:rPr lang="en-US" sz="10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Wrist-based alert &amp; guidance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3822192"/>
            <a:ext cx="4023360" cy="347472"/>
          </a:xfrm>
          <a:prstGeom prst="roundRect">
            <a:avLst>
              <a:gd name="adj" fmla="val 13158"/>
            </a:avLst>
          </a:prstGeom>
          <a:solidFill>
            <a:srgbClr val="E8EDF5"/>
          </a:solidFill>
          <a:ln/>
        </p:spPr>
      </p:sp>
      <p:sp>
        <p:nvSpPr>
          <p:cNvPr id="34" name="Text 32"/>
          <p:cNvSpPr/>
          <p:nvPr/>
        </p:nvSpPr>
        <p:spPr>
          <a:xfrm>
            <a:off x="4864608" y="38221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 </a:t>
            </a:r>
            <a:pPr algn="l" indent="0" marL="0">
              <a:buNone/>
            </a:pPr>
            <a:r>
              <a:rPr lang="en-US" sz="1050" dirty="0">
                <a:solidFill>
                  <a:srgbClr val="7F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Emergency info for all users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74320"/>
            <a:ext cx="3200400" cy="3200400"/>
          </a:xfrm>
          <a:prstGeom prst="ellipse">
            <a:avLst/>
          </a:prstGeom>
          <a:solidFill>
            <a:srgbClr val="C0392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E67E2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EvacAI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emergency preparedness intelligent,</a:t>
            </a:r>
            <a:endParaRPr lang="en-US" sz="18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and accessible for everyone.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2004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0906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Shah  •  Mili Patel  •  Parth Patel  •  Heni Patel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3474720" cy="5943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6118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evac-ai.onrender.com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by: IBM watsonx.ai  •  Mapbox  •  FastAPI  •  SwiftUI  •  Render Cloud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EvacAI - AI-Powered Emergency Response Platform</dc:title>
  <dc:subject>PptxGenJS Presentation</dc:subject>
  <dc:creator>Raj Shah, Mili Patel, Parth Patel, Heni Patel</dc:creator>
  <cp:lastModifiedBy>Raj Shah, Mili Patel, Parth Patel, Heni Patel</cp:lastModifiedBy>
  <cp:revision>1</cp:revision>
  <dcterms:created xsi:type="dcterms:W3CDTF">2026-05-10T01:49:49Z</dcterms:created>
  <dcterms:modified xsi:type="dcterms:W3CDTF">2026-05-10T01:49:49Z</dcterms:modified>
</cp:coreProperties>
</file>